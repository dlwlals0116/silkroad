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70" r:id="rId11"/>
    <p:sldId id="271" r:id="rId12"/>
    <p:sldId id="263" r:id="rId13"/>
    <p:sldId id="264" r:id="rId14"/>
    <p:sldId id="265" r:id="rId15"/>
    <p:sldId id="266" r:id="rId16"/>
    <p:sldId id="267" r:id="rId17"/>
    <p:sldId id="272" r:id="rId18"/>
    <p:sldId id="273" r:id="rId19"/>
    <p:sldId id="282" r:id="rId20"/>
    <p:sldId id="274" r:id="rId21"/>
    <p:sldId id="281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71"/>
  </p:normalViewPr>
  <p:slideViewPr>
    <p:cSldViewPr snapToGrid="0">
      <p:cViewPr>
        <p:scale>
          <a:sx n="88" d="100"/>
          <a:sy n="88" d="100"/>
        </p:scale>
        <p:origin x="1616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0E46-7BA2-FC98-FC5A-67BF5D97B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528BC-623F-EF00-A170-605198598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AFBAD-8AB9-274F-1406-7BB04D1A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F659-4AC6-98A7-817D-63387082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90B7-29E5-75EC-92E9-5C42636C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323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5088-615D-1D6E-A3DF-1F4AA3F2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58E80-CAFC-6DFD-6187-3DA56A9ED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671E1-6851-81D1-E233-DD105412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5D2C-3358-CDB1-998A-72A42756D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9DF97-4BA1-DF23-907A-E0E8D29F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3013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E8BB-69B7-C57B-6702-08E6ACB3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8DC00-9FC5-2FDA-1790-4C4E45FAD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83380-DA6D-56D5-BBDE-82E143F7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FA4E-6B3E-578F-7DA8-7C29B9B6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D0AA4-1528-1C01-6AB2-1EC0B56D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30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96A7-9629-77A5-4CE3-382AEBEC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BEF2E-EEF7-9568-F902-E013610E3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0885B-B554-1F46-F669-D571F2DF9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1267A-DB2D-2CC9-ECD1-0F63EAE6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927E2-F769-B291-250B-6E65F317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AFCE9-5D47-2C70-1222-391555E6F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8684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577F-B637-AC63-4A5D-E927806B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A9956-6270-4F5F-583E-C2AD892BF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FC3EE-4BA8-86D3-B7A4-1903ADD79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B30AB1-8B45-7D3E-7D8A-DE8F308BD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666C0-8DD2-B750-D1E8-EA69F154B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47E0D-9161-8896-FB80-28CC8EBA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E6A55-27ED-1623-4C50-3BFDE4F3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1C7E1-1EB9-289A-41BE-AA0F93FE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192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FDB5-4E5D-D84E-6D53-65E0F115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6046F-2D09-9652-B7FE-5E694B11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27940-8B71-888A-E53C-CCE15156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8FCAD-5902-67FB-CADC-EE67A715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192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7845C-0865-8708-1328-7945C53F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B2391-8234-AFF6-6B24-CF335B32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87E44-F7B8-59E7-B2F6-FC45EC72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632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FB43-8123-379F-5047-4874AD92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D75ED-A093-9CDA-B90B-49F5FD588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4138E-7520-21FF-3161-2B111A55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C01C7-648B-4A0B-16DE-B386DCC4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79A0-CEF4-E833-F323-06DDDFB9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42525-2A32-942A-0185-8B1AD142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6152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00B6-D101-C29A-D993-E46D59F3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178EA-5F81-6AAD-6FEC-13A9225C5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B04B0-220C-BE02-E8E5-31BE0E9A8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E1F9D-9E87-3CD5-8B98-BE1DDB48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7082C-AAA1-674B-96B6-FD639890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61D89-77B3-4FB3-2342-9C36BADD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24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850D-D4F5-F8FC-6490-51DAFAB1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FF7B3-45D7-390E-363B-6A754E47F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04C9-CA76-B032-6E50-C4C512D6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FB604-40D3-30D7-F287-A06D12F8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39892-1390-AB18-6898-43C0CDAD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4070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99AE5-89AA-DB90-0575-142518AAF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3856E-C536-3932-0EDB-E6EDC5E37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250-9796-0B43-76A0-893F7A8E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6BF22-F55E-D11C-D8F5-1157CFDE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F308-C852-50A4-D7E3-2A7E8607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7976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22283-ACDA-8982-4FC7-E35FF0B8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349EF-F296-B422-65AF-E69DF194D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7976-2A57-D4E2-19E0-E6ADDD314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956FE-A391-694A-B917-730302B7EF0E}" type="datetimeFigureOut">
              <a:rPr lang="en-KR" smtClean="0"/>
              <a:t>8/11/24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662A4-3F71-7091-35FF-D730A035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D038-6465-BF40-5B0F-F639B0B6B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F9B09-EE0A-5F42-A296-66CE4E487DC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0955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sign with blue letters&#10;&#10;Description automatically generated">
            <a:extLst>
              <a:ext uri="{FF2B5EF4-FFF2-40B4-BE49-F238E27FC236}">
                <a16:creationId xmlns:a16="http://schemas.microsoft.com/office/drawing/2014/main" id="{523954D1-272C-C96B-D4FC-B6602DDC0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2846"/>
            <a:ext cx="7772400" cy="2952307"/>
          </a:xfrm>
          <a:prstGeom prst="rect">
            <a:avLst/>
          </a:prstGeom>
        </p:spPr>
      </p:pic>
      <p:pic>
        <p:nvPicPr>
          <p:cNvPr id="6" name="Picture 5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0BF421DB-1A48-A423-DD6D-88C885CCB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56219" y="4051300"/>
            <a:ext cx="4334763" cy="1800860"/>
          </a:xfrm>
          <a:prstGeom prst="rect">
            <a:avLst/>
          </a:prstGeom>
        </p:spPr>
      </p:pic>
      <p:pic>
        <p:nvPicPr>
          <p:cNvPr id="7" name="Picture 6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12F8B015-8489-6A51-3E47-B7C11C6E4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90449" y="1005840"/>
            <a:ext cx="4334763" cy="1800860"/>
          </a:xfrm>
          <a:prstGeom prst="rect">
            <a:avLst/>
          </a:prstGeom>
        </p:spPr>
      </p:pic>
      <p:pic>
        <p:nvPicPr>
          <p:cNvPr id="8" name="Picture 7" descr="A close-up of a pencil&#10;&#10;Description automatically generated">
            <a:extLst>
              <a:ext uri="{FF2B5EF4-FFF2-40B4-BE49-F238E27FC236}">
                <a16:creationId xmlns:a16="http://schemas.microsoft.com/office/drawing/2014/main" id="{34893BB6-6412-9CB6-8CE3-E66CD4A25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75088" y="2528570"/>
            <a:ext cx="4334763" cy="18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6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77D1AE94-523A-0DD4-6BD4-D64313A6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17" y="4051300"/>
            <a:ext cx="4334763" cy="1800860"/>
          </a:xfrm>
          <a:prstGeom prst="rect">
            <a:avLst/>
          </a:prstGeom>
        </p:spPr>
      </p:pic>
      <p:pic>
        <p:nvPicPr>
          <p:cNvPr id="6" name="Picture 5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D6A59BAC-616C-29C8-2714-CB9852C6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618" y="1005840"/>
            <a:ext cx="4334763" cy="1800860"/>
          </a:xfrm>
          <a:prstGeom prst="rect">
            <a:avLst/>
          </a:prstGeom>
        </p:spPr>
      </p:pic>
      <p:pic>
        <p:nvPicPr>
          <p:cNvPr id="8" name="Picture 7" descr="A close-up of a pencil&#10;&#10;Description automatically generated">
            <a:extLst>
              <a:ext uri="{FF2B5EF4-FFF2-40B4-BE49-F238E27FC236}">
                <a16:creationId xmlns:a16="http://schemas.microsoft.com/office/drawing/2014/main" id="{518ACBD5-2ED1-724E-5928-4DD71EF16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618" y="2528570"/>
            <a:ext cx="4334763" cy="1800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B8259B-2A06-44F3-00AF-F6044A92819D}"/>
              </a:ext>
            </a:extLst>
          </p:cNvPr>
          <p:cNvSpPr txBox="1"/>
          <p:nvPr/>
        </p:nvSpPr>
        <p:spPr>
          <a:xfrm>
            <a:off x="12585788" y="2727861"/>
            <a:ext cx="41456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spc="-15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Learners</a:t>
            </a:r>
            <a:endParaRPr lang="en-KR" sz="8000" spc="-15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11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77D1AE94-523A-0DD4-6BD4-D64313A6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17" y="4051300"/>
            <a:ext cx="4334763" cy="1800860"/>
          </a:xfrm>
          <a:prstGeom prst="rect">
            <a:avLst/>
          </a:prstGeom>
        </p:spPr>
      </p:pic>
      <p:pic>
        <p:nvPicPr>
          <p:cNvPr id="6" name="Picture 5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D6A59BAC-616C-29C8-2714-CB9852C6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8" y="1005840"/>
            <a:ext cx="4334763" cy="1800860"/>
          </a:xfrm>
          <a:prstGeom prst="rect">
            <a:avLst/>
          </a:prstGeom>
        </p:spPr>
      </p:pic>
      <p:pic>
        <p:nvPicPr>
          <p:cNvPr id="8" name="Picture 7" descr="A close-up of a pencil&#10;&#10;Description automatically generated">
            <a:extLst>
              <a:ext uri="{FF2B5EF4-FFF2-40B4-BE49-F238E27FC236}">
                <a16:creationId xmlns:a16="http://schemas.microsoft.com/office/drawing/2014/main" id="{518ACBD5-2ED1-724E-5928-4DD71EF16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18" y="2528570"/>
            <a:ext cx="4334763" cy="18008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E9D5ED-EADD-33C6-5577-7693F08C4965}"/>
              </a:ext>
            </a:extLst>
          </p:cNvPr>
          <p:cNvSpPr txBox="1"/>
          <p:nvPr/>
        </p:nvSpPr>
        <p:spPr>
          <a:xfrm>
            <a:off x="6506721" y="2727861"/>
            <a:ext cx="41456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spc="-15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Learners</a:t>
            </a:r>
            <a:endParaRPr lang="en-KR" sz="8000" spc="-15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532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text&#10;&#10;Description automatically generated">
            <a:extLst>
              <a:ext uri="{FF2B5EF4-FFF2-40B4-BE49-F238E27FC236}">
                <a16:creationId xmlns:a16="http://schemas.microsoft.com/office/drawing/2014/main" id="{C92E069A-9645-262E-79B5-D98BE3252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03853"/>
            <a:ext cx="7772400" cy="2250294"/>
          </a:xfrm>
          <a:prstGeom prst="rect">
            <a:avLst/>
          </a:prstGeom>
        </p:spPr>
      </p:pic>
      <p:pic>
        <p:nvPicPr>
          <p:cNvPr id="10" name="Picture 9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B499DF3C-76A7-A3F2-799F-2A1569EDB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491066"/>
            <a:ext cx="10112045" cy="2179205"/>
          </a:xfrm>
          <a:prstGeom prst="rect">
            <a:avLst/>
          </a:prstGeom>
        </p:spPr>
      </p:pic>
      <p:pic>
        <p:nvPicPr>
          <p:cNvPr id="11" name="Picture 10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E34998B8-350E-E4C1-38E1-A38F05A7D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62" y="2339398"/>
            <a:ext cx="10112045" cy="2179205"/>
          </a:xfrm>
          <a:prstGeom prst="rect">
            <a:avLst/>
          </a:prstGeom>
        </p:spPr>
      </p:pic>
      <p:pic>
        <p:nvPicPr>
          <p:cNvPr id="12" name="Picture 11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3D9F0B99-47B1-34F5-2FBB-940DEDECD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0161" y="4187729"/>
            <a:ext cx="10112045" cy="217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793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95ACCD4C-E2B0-179E-8A85-F489261A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74" y="491066"/>
            <a:ext cx="10112045" cy="2179205"/>
          </a:xfrm>
          <a:prstGeom prst="rect">
            <a:avLst/>
          </a:prstGeom>
        </p:spPr>
      </p:pic>
      <p:pic>
        <p:nvPicPr>
          <p:cNvPr id="3" name="Picture 2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F038B2D9-99F6-354B-EF51-664933C6B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76" y="2339398"/>
            <a:ext cx="10112045" cy="2179205"/>
          </a:xfrm>
          <a:prstGeom prst="rect">
            <a:avLst/>
          </a:prstGeom>
        </p:spPr>
      </p:pic>
      <p:pic>
        <p:nvPicPr>
          <p:cNvPr id="4" name="Picture 3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6AAF7953-6124-BFD6-257B-45F8EE9EE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75" y="4187729"/>
            <a:ext cx="10112045" cy="2179205"/>
          </a:xfrm>
          <a:prstGeom prst="rect">
            <a:avLst/>
          </a:prstGeom>
        </p:spPr>
      </p:pic>
      <p:pic>
        <p:nvPicPr>
          <p:cNvPr id="5" name="Picture 4" descr="A black and grey text&#10;&#10;Description automatically generated with medium confidence">
            <a:extLst>
              <a:ext uri="{FF2B5EF4-FFF2-40B4-BE49-F238E27FC236}">
                <a16:creationId xmlns:a16="http://schemas.microsoft.com/office/drawing/2014/main" id="{F3C4345B-83A8-27B7-B2DE-1BFE25D05BC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</a:blip>
          <a:stretch>
            <a:fillRect/>
          </a:stretch>
        </p:blipFill>
        <p:spPr>
          <a:xfrm>
            <a:off x="2638424" y="3716060"/>
            <a:ext cx="6915151" cy="94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A99BDD-6A62-BD58-3B81-3696FA45A49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0"/>
          </a:blip>
          <a:stretch>
            <a:fillRect/>
          </a:stretch>
        </p:blipFill>
        <p:spPr>
          <a:xfrm flipH="1">
            <a:off x="6051720" y="2794605"/>
            <a:ext cx="88560" cy="5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08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95ACCD4C-E2B0-179E-8A85-F489261A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448" y="708782"/>
            <a:ext cx="4477103" cy="964842"/>
          </a:xfrm>
          <a:prstGeom prst="rect">
            <a:avLst/>
          </a:prstGeom>
        </p:spPr>
      </p:pic>
      <p:pic>
        <p:nvPicPr>
          <p:cNvPr id="3" name="Picture 2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F038B2D9-99F6-354B-EF51-664933C6B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448" y="1498778"/>
            <a:ext cx="4477103" cy="964842"/>
          </a:xfrm>
          <a:prstGeom prst="rect">
            <a:avLst/>
          </a:prstGeom>
        </p:spPr>
      </p:pic>
      <p:pic>
        <p:nvPicPr>
          <p:cNvPr id="4" name="Picture 3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6AAF7953-6124-BFD6-257B-45F8EE9EE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448" y="2303290"/>
            <a:ext cx="4477103" cy="964842"/>
          </a:xfrm>
          <a:prstGeom prst="rect">
            <a:avLst/>
          </a:prstGeom>
        </p:spPr>
      </p:pic>
      <p:pic>
        <p:nvPicPr>
          <p:cNvPr id="6" name="Picture 5" descr="A black and grey text&#10;&#10;Description automatically generated with medium confidence">
            <a:extLst>
              <a:ext uri="{FF2B5EF4-FFF2-40B4-BE49-F238E27FC236}">
                <a16:creationId xmlns:a16="http://schemas.microsoft.com/office/drawing/2014/main" id="{B6B36964-1E7D-1F04-AF68-243CBF85F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424" y="4704040"/>
            <a:ext cx="6915151" cy="943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8B9A0-4B60-F11A-5957-C64265AE2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51720" y="3782585"/>
            <a:ext cx="88560" cy="501840"/>
          </a:xfrm>
          <a:prstGeom prst="rect">
            <a:avLst/>
          </a:prstGeom>
        </p:spPr>
      </p:pic>
      <p:pic>
        <p:nvPicPr>
          <p:cNvPr id="9" name="Picture 8" descr="A white sign with blue text&#10;&#10;Description automatically generated">
            <a:extLst>
              <a:ext uri="{FF2B5EF4-FFF2-40B4-BE49-F238E27FC236}">
                <a16:creationId xmlns:a16="http://schemas.microsoft.com/office/drawing/2014/main" id="{0B9D4D9D-61E3-943C-2DFB-7FF6E878E0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247" y="8519194"/>
            <a:ext cx="4697099" cy="3449529"/>
          </a:xfrm>
          <a:prstGeom prst="rect">
            <a:avLst/>
          </a:prstGeom>
        </p:spPr>
      </p:pic>
      <p:pic>
        <p:nvPicPr>
          <p:cNvPr id="10" name="Picture 9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77578B0B-0F2B-760A-F435-8D6D8115FC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9654" y="11968723"/>
            <a:ext cx="8492692" cy="3002796"/>
          </a:xfrm>
          <a:prstGeom prst="rect">
            <a:avLst/>
          </a:prstGeom>
        </p:spPr>
      </p:pic>
      <p:pic>
        <p:nvPicPr>
          <p:cNvPr id="11" name="Picture 10" descr="A white sign with black text&#10;&#10;Description automatically generated">
            <a:extLst>
              <a:ext uri="{FF2B5EF4-FFF2-40B4-BE49-F238E27FC236}">
                <a16:creationId xmlns:a16="http://schemas.microsoft.com/office/drawing/2014/main" id="{EC87F320-DBD6-3067-3614-11F5042987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9654" y="7083286"/>
            <a:ext cx="3936082" cy="34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11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blue text&#10;&#10;Description automatically generated">
            <a:extLst>
              <a:ext uri="{FF2B5EF4-FFF2-40B4-BE49-F238E27FC236}">
                <a16:creationId xmlns:a16="http://schemas.microsoft.com/office/drawing/2014/main" id="{C3017ADF-8E5D-12E6-CFBD-CD4E17D7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247" y="426202"/>
            <a:ext cx="4697099" cy="3449529"/>
          </a:xfrm>
          <a:prstGeom prst="rect">
            <a:avLst/>
          </a:prstGeom>
        </p:spPr>
      </p:pic>
      <p:pic>
        <p:nvPicPr>
          <p:cNvPr id="5" name="Picture 4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92290A8D-8664-D830-CB5D-0097D4089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54" y="3429001"/>
            <a:ext cx="8492692" cy="3002796"/>
          </a:xfrm>
          <a:prstGeom prst="rect">
            <a:avLst/>
          </a:prstGeom>
        </p:spPr>
      </p:pic>
      <p:pic>
        <p:nvPicPr>
          <p:cNvPr id="7" name="Picture 6" descr="A white sign with black text&#10;&#10;Description automatically generated">
            <a:extLst>
              <a:ext uri="{FF2B5EF4-FFF2-40B4-BE49-F238E27FC236}">
                <a16:creationId xmlns:a16="http://schemas.microsoft.com/office/drawing/2014/main" id="{9745E1EB-D7DF-900A-861F-E9F5E1BA4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654" y="426202"/>
            <a:ext cx="3936082" cy="34495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6936A3-22D5-6563-85FA-E4567956FEFB}"/>
              </a:ext>
            </a:extLst>
          </p:cNvPr>
          <p:cNvSpPr txBox="1"/>
          <p:nvPr/>
        </p:nvSpPr>
        <p:spPr>
          <a:xfrm>
            <a:off x="992680" y="7646912"/>
            <a:ext cx="10206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어떤 것부터 공부해야 할 지 모르겠다</a:t>
            </a:r>
            <a:r>
              <a:rPr lang="en-US" altLang="ko-KR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5400" b="1" spc="-15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261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4B5040-43E0-270B-D153-59459301B261}"/>
              </a:ext>
            </a:extLst>
          </p:cNvPr>
          <p:cNvSpPr txBox="1"/>
          <p:nvPr/>
        </p:nvSpPr>
        <p:spPr>
          <a:xfrm>
            <a:off x="992680" y="2967335"/>
            <a:ext cx="10206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어떤 것부터 공부해야 할 지 모르겠다</a:t>
            </a:r>
            <a:r>
              <a:rPr lang="en-US" altLang="ko-KR" sz="54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5400" b="1" spc="-15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58FD8-D816-5175-EAAC-9B712CF0AEFA}"/>
              </a:ext>
            </a:extLst>
          </p:cNvPr>
          <p:cNvSpPr txBox="1"/>
          <p:nvPr/>
        </p:nvSpPr>
        <p:spPr>
          <a:xfrm>
            <a:off x="4177045" y="8912158"/>
            <a:ext cx="38379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62.5%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6" descr="A white sign with blue text&#10;&#10;Description automatically generated">
            <a:extLst>
              <a:ext uri="{FF2B5EF4-FFF2-40B4-BE49-F238E27FC236}">
                <a16:creationId xmlns:a16="http://schemas.microsoft.com/office/drawing/2014/main" id="{16B9C3AB-6CEB-65D3-65D8-0F9C95A7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405" y="-7490684"/>
            <a:ext cx="4697099" cy="3449529"/>
          </a:xfrm>
          <a:prstGeom prst="rect">
            <a:avLst/>
          </a:prstGeom>
        </p:spPr>
      </p:pic>
      <p:pic>
        <p:nvPicPr>
          <p:cNvPr id="8" name="Picture 7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F4B342D2-3365-F744-D935-90B9654F4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54" y="-3555556"/>
            <a:ext cx="8492692" cy="3002796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3E36E97A-CBD3-225A-22E2-77157D03C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654" y="-9571730"/>
            <a:ext cx="3936082" cy="34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65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colorful background&#10;&#10;Description automatically generated">
            <a:extLst>
              <a:ext uri="{FF2B5EF4-FFF2-40B4-BE49-F238E27FC236}">
                <a16:creationId xmlns:a16="http://schemas.microsoft.com/office/drawing/2014/main" id="{1A13DBD0-ADDC-39C6-B60B-A29B84F7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48753"/>
            <a:ext cx="12194023" cy="4509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58EAA-91F1-041E-63BC-FB6D990B3011}"/>
              </a:ext>
            </a:extLst>
          </p:cNvPr>
          <p:cNvSpPr txBox="1"/>
          <p:nvPr/>
        </p:nvSpPr>
        <p:spPr>
          <a:xfrm>
            <a:off x="3890909" y="3429000"/>
            <a:ext cx="4410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어떤 것부터 공부해야 할 지 모르겠다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01EF-105C-01E1-A37F-A88836A4B752}"/>
              </a:ext>
            </a:extLst>
          </p:cNvPr>
          <p:cNvSpPr txBox="1"/>
          <p:nvPr/>
        </p:nvSpPr>
        <p:spPr>
          <a:xfrm>
            <a:off x="4177045" y="4035358"/>
            <a:ext cx="38379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62.5%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E6FD8B-6BDB-704F-2C28-777F2C7D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756" y="-10205"/>
            <a:ext cx="609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DBE22E-733F-F05D-CB48-ED3E6AE92F76}"/>
              </a:ext>
            </a:extLst>
          </p:cNvPr>
          <p:cNvSpPr txBox="1"/>
          <p:nvPr/>
        </p:nvSpPr>
        <p:spPr>
          <a:xfrm>
            <a:off x="13414049" y="2422229"/>
            <a:ext cx="5067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온라인 강의나 동영상을 시청하며 학습한다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D336D-2163-C02D-7F53-900E2A1CBE1C}"/>
              </a:ext>
            </a:extLst>
          </p:cNvPr>
          <p:cNvSpPr txBox="1"/>
          <p:nvPr/>
        </p:nvSpPr>
        <p:spPr>
          <a:xfrm>
            <a:off x="14637315" y="3065596"/>
            <a:ext cx="28360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7348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colorful background&#10;&#10;Description automatically generated">
            <a:extLst>
              <a:ext uri="{FF2B5EF4-FFF2-40B4-BE49-F238E27FC236}">
                <a16:creationId xmlns:a16="http://schemas.microsoft.com/office/drawing/2014/main" id="{1A13DBD0-ADDC-39C6-B60B-A29B84F7C8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-1" y="2348753"/>
            <a:ext cx="12194023" cy="4509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58EAA-91F1-041E-63BC-FB6D990B3011}"/>
              </a:ext>
            </a:extLst>
          </p:cNvPr>
          <p:cNvSpPr txBox="1"/>
          <p:nvPr/>
        </p:nvSpPr>
        <p:spPr>
          <a:xfrm>
            <a:off x="3890909" y="3429000"/>
            <a:ext cx="4410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어떤 것부터 공부해야 할 지 모르겠다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01EF-105C-01E1-A37F-A88836A4B752}"/>
              </a:ext>
            </a:extLst>
          </p:cNvPr>
          <p:cNvSpPr txBox="1"/>
          <p:nvPr/>
        </p:nvSpPr>
        <p:spPr>
          <a:xfrm>
            <a:off x="4177045" y="4035358"/>
            <a:ext cx="38379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62.5%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5F99B4F-D80B-57FE-D759-975A9B92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0205"/>
            <a:ext cx="6096000" cy="718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25101-5D51-9C04-28FB-CB5760A1CE8B}"/>
              </a:ext>
            </a:extLst>
          </p:cNvPr>
          <p:cNvSpPr txBox="1"/>
          <p:nvPr/>
        </p:nvSpPr>
        <p:spPr>
          <a:xfrm>
            <a:off x="6610293" y="2422229"/>
            <a:ext cx="5067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온라인 강의나 동영상을 시청하며 학습한다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BDF8-5A12-955D-300C-55495FA02A4E}"/>
              </a:ext>
            </a:extLst>
          </p:cNvPr>
          <p:cNvSpPr txBox="1"/>
          <p:nvPr/>
        </p:nvSpPr>
        <p:spPr>
          <a:xfrm>
            <a:off x="7833559" y="3065596"/>
            <a:ext cx="28360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Picture 8" descr="A blue square with white dots&#10;&#10;Description automatically generated">
            <a:extLst>
              <a:ext uri="{FF2B5EF4-FFF2-40B4-BE49-F238E27FC236}">
                <a16:creationId xmlns:a16="http://schemas.microsoft.com/office/drawing/2014/main" id="{4A6A076F-ECF0-818E-15EE-5B9787E8D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74084" y="-10205"/>
            <a:ext cx="7454900" cy="7185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8C754-44B4-10D0-A877-5095F80A98EA}"/>
              </a:ext>
            </a:extLst>
          </p:cNvPr>
          <p:cNvSpPr txBox="1"/>
          <p:nvPr/>
        </p:nvSpPr>
        <p:spPr>
          <a:xfrm>
            <a:off x="-5899678" y="2422229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기초부터 차근차근 공부한다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7D535D-16EC-440C-3F4F-EDB3AAAA8696}"/>
              </a:ext>
            </a:extLst>
          </p:cNvPr>
          <p:cNvSpPr txBox="1"/>
          <p:nvPr/>
        </p:nvSpPr>
        <p:spPr>
          <a:xfrm>
            <a:off x="-5449433" y="3065596"/>
            <a:ext cx="28151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382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5F99B4F-D80B-57FE-D759-975A9B92BB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096000" y="-10205"/>
            <a:ext cx="6096000" cy="718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25101-5D51-9C04-28FB-CB5760A1CE8B}"/>
              </a:ext>
            </a:extLst>
          </p:cNvPr>
          <p:cNvSpPr txBox="1"/>
          <p:nvPr/>
        </p:nvSpPr>
        <p:spPr>
          <a:xfrm>
            <a:off x="6610293" y="2422229"/>
            <a:ext cx="5067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온라인 강의나 동영상을 시청하며 학습한다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5BDF8-5A12-955D-300C-55495FA02A4E}"/>
              </a:ext>
            </a:extLst>
          </p:cNvPr>
          <p:cNvSpPr txBox="1"/>
          <p:nvPr/>
        </p:nvSpPr>
        <p:spPr>
          <a:xfrm>
            <a:off x="7833559" y="3065596"/>
            <a:ext cx="28360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Picture 8" descr="A blue square with white dots&#10;&#10;Description automatically generated">
            <a:extLst>
              <a:ext uri="{FF2B5EF4-FFF2-40B4-BE49-F238E27FC236}">
                <a16:creationId xmlns:a16="http://schemas.microsoft.com/office/drawing/2014/main" id="{D086595A-B26D-60CF-9E71-E5D7CEE8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205"/>
            <a:ext cx="7454900" cy="7185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81BCFE-FD65-E81B-BA16-E4B6EC08884B}"/>
              </a:ext>
            </a:extLst>
          </p:cNvPr>
          <p:cNvSpPr txBox="1"/>
          <p:nvPr/>
        </p:nvSpPr>
        <p:spPr>
          <a:xfrm>
            <a:off x="1974406" y="2422229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“</a:t>
            </a:r>
            <a:r>
              <a:rPr lang="ko-KR" altLang="en-US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기초부터 차근차근 공부한다</a:t>
            </a:r>
            <a:r>
              <a:rPr lang="en-US" altLang="ko-KR" sz="2400" b="1" spc="-15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”</a:t>
            </a:r>
            <a:endParaRPr lang="en-KR" sz="2400" b="1" spc="-15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F1075-16B8-0A8E-EAD9-83B91359EB7B}"/>
              </a:ext>
            </a:extLst>
          </p:cNvPr>
          <p:cNvSpPr txBox="1"/>
          <p:nvPr/>
        </p:nvSpPr>
        <p:spPr>
          <a:xfrm>
            <a:off x="2424651" y="3065596"/>
            <a:ext cx="28151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b="1" spc="-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58%</a:t>
            </a:r>
            <a:endParaRPr lang="en-KR" sz="9600" b="1" spc="-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CDF0B8-EB92-1582-0D4A-D7BBB229F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9" y="7540091"/>
            <a:ext cx="7772400" cy="755499"/>
          </a:xfrm>
          <a:prstGeom prst="rect">
            <a:avLst/>
          </a:prstGeom>
        </p:spPr>
      </p:pic>
      <p:pic>
        <p:nvPicPr>
          <p:cNvPr id="13" name="Picture 12" descr="Cartoon of a person with glasses and a white jacket&#10;&#10;Description automatically generated">
            <a:extLst>
              <a:ext uri="{FF2B5EF4-FFF2-40B4-BE49-F238E27FC236}">
                <a16:creationId xmlns:a16="http://schemas.microsoft.com/office/drawing/2014/main" id="{1A7D9DD3-B541-4C7E-9E62-2024AFA72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6398" y="9731143"/>
            <a:ext cx="4799201" cy="384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45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EBAFF-CFBF-AECA-6364-ADBB0A7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867711"/>
            <a:ext cx="7772400" cy="755499"/>
          </a:xfrm>
          <a:prstGeom prst="rect">
            <a:avLst/>
          </a:prstGeom>
        </p:spPr>
      </p:pic>
      <p:pic>
        <p:nvPicPr>
          <p:cNvPr id="5" name="Picture 4" descr="Cartoon of a person with glasses and a white jacket&#10;&#10;Description automatically generated">
            <a:extLst>
              <a:ext uri="{FF2B5EF4-FFF2-40B4-BE49-F238E27FC236}">
                <a16:creationId xmlns:a16="http://schemas.microsoft.com/office/drawing/2014/main" id="{E85A753B-6D54-6D48-FB77-431DD8118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99" y="2245461"/>
            <a:ext cx="4799201" cy="384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41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37BF4-9AF9-6E0A-162C-659C4CBAB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72" y="1886069"/>
            <a:ext cx="10834053" cy="1018856"/>
          </a:xfrm>
          <a:prstGeom prst="rect">
            <a:avLst/>
          </a:prstGeom>
        </p:spPr>
      </p:pic>
      <p:pic>
        <p:nvPicPr>
          <p:cNvPr id="5" name="Picture 4" descr="A cartoon of a child with glasses&#10;&#10;Description automatically generated">
            <a:extLst>
              <a:ext uri="{FF2B5EF4-FFF2-40B4-BE49-F238E27FC236}">
                <a16:creationId xmlns:a16="http://schemas.microsoft.com/office/drawing/2014/main" id="{70570525-F315-0D29-D592-03F9F6778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54" y="2395497"/>
            <a:ext cx="2665491" cy="34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901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DB889A64-D3B1-343E-A70D-AB90B0F4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22410"/>
            <a:ext cx="7772400" cy="2413180"/>
          </a:xfrm>
          <a:prstGeom prst="rect">
            <a:avLst/>
          </a:prstGeom>
        </p:spPr>
      </p:pic>
      <p:pic>
        <p:nvPicPr>
          <p:cNvPr id="4" name="Picture 3" descr="A white rectangle with blue text&#10;&#10;Description automatically generated">
            <a:extLst>
              <a:ext uri="{FF2B5EF4-FFF2-40B4-BE49-F238E27FC236}">
                <a16:creationId xmlns:a16="http://schemas.microsoft.com/office/drawing/2014/main" id="{EF08A8B8-1937-1A09-D7A2-FCA17E8D2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3458" y="899402"/>
            <a:ext cx="6110432" cy="2335923"/>
          </a:xfrm>
          <a:prstGeom prst="rect">
            <a:avLst/>
          </a:prstGeom>
        </p:spPr>
      </p:pic>
      <p:pic>
        <p:nvPicPr>
          <p:cNvPr id="5" name="Picture 4" descr="A white rectangle with green text&#10;&#10;Description automatically generated">
            <a:extLst>
              <a:ext uri="{FF2B5EF4-FFF2-40B4-BE49-F238E27FC236}">
                <a16:creationId xmlns:a16="http://schemas.microsoft.com/office/drawing/2014/main" id="{A8D1DD3B-2685-5429-18C3-318B76105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663" y="3622675"/>
            <a:ext cx="6110432" cy="233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17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28AB95-73FE-8899-3C8E-ABE618FB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775" y="3235325"/>
            <a:ext cx="298450" cy="387350"/>
          </a:xfrm>
          <a:prstGeom prst="rect">
            <a:avLst/>
          </a:prstGeom>
        </p:spPr>
      </p:pic>
      <p:pic>
        <p:nvPicPr>
          <p:cNvPr id="5" name="Picture 4" descr="A white rectangle with blue text&#10;&#10;Description automatically generated">
            <a:extLst>
              <a:ext uri="{FF2B5EF4-FFF2-40B4-BE49-F238E27FC236}">
                <a16:creationId xmlns:a16="http://schemas.microsoft.com/office/drawing/2014/main" id="{6E728DB3-CDD8-D85D-B6CF-F9FCB9DC8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784" y="899402"/>
            <a:ext cx="6110432" cy="2335923"/>
          </a:xfrm>
          <a:prstGeom prst="rect">
            <a:avLst/>
          </a:prstGeom>
        </p:spPr>
      </p:pic>
      <p:pic>
        <p:nvPicPr>
          <p:cNvPr id="7" name="Picture 6" descr="A white rectangle with green text&#10;&#10;Description automatically generated">
            <a:extLst>
              <a:ext uri="{FF2B5EF4-FFF2-40B4-BE49-F238E27FC236}">
                <a16:creationId xmlns:a16="http://schemas.microsoft.com/office/drawing/2014/main" id="{820F7F31-58BD-09DD-57FB-47E9C52BC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784" y="3622675"/>
            <a:ext cx="6110432" cy="233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67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35F092A-F78F-3F9A-875C-DDBD42EB6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8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882B5AA-7E62-9E12-D98C-433B1F89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0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521B9FE-5C9B-D8F2-9C18-CBBB5636F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631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72DB1BB8-0B2C-C7C4-BAB9-0CB297855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414035"/>
            <a:ext cx="7772400" cy="2534898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5935D17-1DEA-EA52-53DE-AC9792C4B35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83436" y="10226353"/>
            <a:ext cx="9025125" cy="665673"/>
          </a:xfrm>
          <a:prstGeom prst="rect">
            <a:avLst/>
          </a:prstGeom>
        </p:spPr>
      </p:pic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3CDA1862-5E7F-B7D1-BF7F-F3C5DBD7B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22" y="7253652"/>
            <a:ext cx="11444951" cy="25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73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72DB1BB8-0B2C-C7C4-BAB9-0CB29785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414035"/>
            <a:ext cx="7772400" cy="2534898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F904DB2-B57B-0576-9CDF-5D538A55351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/>
          </a:blip>
          <a:stretch>
            <a:fillRect/>
          </a:stretch>
        </p:blipFill>
        <p:spPr>
          <a:xfrm>
            <a:off x="1583436" y="4275496"/>
            <a:ext cx="9025125" cy="665673"/>
          </a:xfrm>
          <a:prstGeom prst="rect">
            <a:avLst/>
          </a:prstGeom>
        </p:spPr>
      </p:pic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6D9F6B00-BEA8-CFF5-857B-E607595BD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22" y="1302795"/>
            <a:ext cx="11444951" cy="25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80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A5D23B0C-945B-E7E3-17B3-68F2B401E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1551"/>
            <a:ext cx="7772400" cy="253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55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C9CD90-1F95-9DD6-45E4-D4247F469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2670" y="1874405"/>
            <a:ext cx="7626660" cy="310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36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907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564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786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679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126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99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81</Words>
  <Application>Microsoft Macintosh PowerPoint</Application>
  <PresentationFormat>Widescreen</PresentationFormat>
  <Paragraphs>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Pretendard</vt:lpstr>
      <vt:lpstr>Pretendard Medium</vt:lpstr>
      <vt:lpstr>Pretendard SemiBold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콘텐츠 디지털</dc:creator>
  <cp:lastModifiedBy>콘텐츠 디지털</cp:lastModifiedBy>
  <cp:revision>3</cp:revision>
  <dcterms:created xsi:type="dcterms:W3CDTF">2024-08-10T22:41:42Z</dcterms:created>
  <dcterms:modified xsi:type="dcterms:W3CDTF">2024-08-10T23:33:04Z</dcterms:modified>
</cp:coreProperties>
</file>